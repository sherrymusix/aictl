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8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21909-9ED0-3A2E-47BE-5A382713C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50E3B-834E-0540-B885-076737B42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F2EDC-0218-C962-F907-DC5F3C915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96A2-2326-4CFB-82FC-5533AC716A2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94F8B-1092-73BA-B39C-76BD2668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0F48D-7A5E-AE4E-61FB-4069EB54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0188-436F-4970-9947-CCAC5240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7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4FDB-9101-9228-A6CC-C1060C85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A0445-8306-204D-5BBF-300CF4D28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6A8DA-9382-085C-A38E-8D5A2085E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96A2-2326-4CFB-82FC-5533AC716A2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E72C3-DC6F-E4FD-94B2-3EF994A8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8EFE1-A786-3ACA-A91C-AF017B87E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0188-436F-4970-9947-CCAC5240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2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32B54-2FA6-788E-B674-F3DA1D33D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E2DD0-40BF-1551-36A0-63BE70327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BE612-0968-9329-C13C-5F2488B52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96A2-2326-4CFB-82FC-5533AC716A2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3B49D-7878-45FF-6AB3-393FD5FB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0746E-2F9F-1994-3DF4-DB395E58B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0188-436F-4970-9947-CCAC5240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0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4360-1785-FE39-1E5B-9248EB37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7F07B-BB1E-CEC6-BDD6-1B8EA5584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A70C9-5979-A7E9-CB66-B38B12747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9EA16-FB82-4E81-1AC0-E431FBD8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96A2-2326-4CFB-82FC-5533AC716A2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0263D-CCC9-B968-388A-427CA3078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95CFA-62B8-6B43-999E-E0D95E046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0188-436F-4970-9947-CCAC5240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9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3BF4-C06E-7742-613F-FBBE98AA9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8FDF0-477B-C868-F9D8-DE1E43266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C01A7-8771-8717-363E-7A70CD3BB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C39469-9162-B95E-C0D4-F0F77EB97F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5B634-F5CB-6CE7-936E-EF5C6E361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7EC698-374A-C34C-326B-DB4DF616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96A2-2326-4CFB-82FC-5533AC716A2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CB5459-A931-95AD-21F0-DF2F8A966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382F0-7912-054B-6ACF-DF4BD281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0188-436F-4970-9947-CCAC5240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6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86468-10D6-AFA1-9D7F-FC8AC9E2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39BA0-6C54-6BEC-F178-0BCC4430C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96A2-2326-4CFB-82FC-5533AC716A2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CF835-195A-B3C3-D163-1F87B68B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35E5E-62B7-77F4-A6D0-032D8D099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0188-436F-4970-9947-CCAC5240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4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2EF884-9983-BC39-4B56-4110056D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96A2-2326-4CFB-82FC-5533AC716A2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70467-B494-E193-61CC-5396E5B07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7FA7D-692F-1280-1512-FF3BC010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0188-436F-4970-9947-CCAC5240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04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E68D7-86EA-F552-BC2C-534AA53E2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EECB3-A239-84BA-0C56-B71EF2D67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66668-04F2-4AAB-D8B8-FE00A2231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CA961-9063-D165-DB52-E34745920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96A2-2326-4CFB-82FC-5533AC716A2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FB040-D747-A400-32AE-A856E55B7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8FA8A-F3F1-54F0-A29B-6AD6D6F8A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0188-436F-4970-9947-CCAC5240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53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B51ED-5E3A-96A3-18F7-ABFF9863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9124C3-C5EB-720E-BD79-F94F773392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B41F6-D737-DCE0-5507-6B1268672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1040D-B517-C31D-9852-8CBA8061F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96A2-2326-4CFB-82FC-5533AC716A2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292E6-927F-1117-0EBD-1071E3FB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6C6DD-D040-2F71-1310-4912AE86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0188-436F-4970-9947-CCAC5240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39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A09C6-A00E-191E-E040-40E48D312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B8E2-210A-1D9C-9AEB-BE0B01B65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6D9D5-F37B-6066-FC42-0BBAFB87D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96A2-2326-4CFB-82FC-5533AC716A2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74785-D417-9A32-2CA1-F78D414BC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533E-5388-7D9A-3560-2AF9A1E9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0188-436F-4970-9947-CCAC5240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9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357611-DD9A-3F5D-3BAD-D4D9829D69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6AF81D-0036-266C-0F89-28EE6C4B5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557CA-7734-5EE5-626C-DD29C5C8B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96A2-2326-4CFB-82FC-5533AC716A2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03F24-02EE-6BE3-279C-5861A3D3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89231-8076-45C8-2B0D-7066EEB6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0188-436F-4970-9947-CCAC5240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1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244DD5-B46E-43D1-0330-50590C8F0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795BA-170D-461D-6490-9FFAA9FFF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E88FA-9C5D-FB5C-2FC8-97D07979A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F96A2-2326-4CFB-82FC-5533AC716A2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57BA5-4560-5682-748F-8D7FAFFAC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EF63B-6D7A-FC2D-07F5-40F68BBD5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40188-436F-4970-9947-CCAC5240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5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pixabay.com/en/universe-the-background-image-space-2303321/" TargetMode="Externa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1D1E7A-25F4-450D-3767-B137F3C27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1"/>
            <a:ext cx="12192000" cy="700205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70AA92A-DDDC-467A-C381-2358F630B0C6}"/>
              </a:ext>
            </a:extLst>
          </p:cNvPr>
          <p:cNvGrpSpPr/>
          <p:nvPr/>
        </p:nvGrpSpPr>
        <p:grpSpPr>
          <a:xfrm>
            <a:off x="0" y="-1771650"/>
            <a:ext cx="11982450" cy="10401300"/>
            <a:chOff x="-721895" y="-2630304"/>
            <a:chExt cx="13571622" cy="12118608"/>
          </a:xfrm>
          <a:scene3d>
            <a:camera prst="isometricOffAxis1Top"/>
            <a:lightRig rig="threePt" dir="t"/>
          </a:scene3d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278E69F-9CD7-8304-4C4E-96F13818122A}"/>
                </a:ext>
              </a:extLst>
            </p:cNvPr>
            <p:cNvSpPr/>
            <p:nvPr/>
          </p:nvSpPr>
          <p:spPr>
            <a:xfrm>
              <a:off x="5171694" y="2465832"/>
              <a:ext cx="1848612" cy="1691640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1C9B1BB-7473-1EC2-D33C-D5AC76EAC5FE}"/>
                </a:ext>
              </a:extLst>
            </p:cNvPr>
            <p:cNvSpPr/>
            <p:nvPr/>
          </p:nvSpPr>
          <p:spPr>
            <a:xfrm>
              <a:off x="4271010" y="1566672"/>
              <a:ext cx="3649980" cy="3489960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03B2EBA-8142-565F-7D86-2670B43AA651}"/>
                </a:ext>
              </a:extLst>
            </p:cNvPr>
            <p:cNvSpPr/>
            <p:nvPr/>
          </p:nvSpPr>
          <p:spPr>
            <a:xfrm>
              <a:off x="3404044" y="861060"/>
              <a:ext cx="5383911" cy="4820412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B8DE697-70FC-7BF4-BF94-A8730ED437E6}"/>
                </a:ext>
              </a:extLst>
            </p:cNvPr>
            <p:cNvSpPr/>
            <p:nvPr/>
          </p:nvSpPr>
          <p:spPr>
            <a:xfrm>
              <a:off x="2537078" y="155448"/>
              <a:ext cx="7106794" cy="6257544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5D73E1-B627-E6DE-1050-171FCDC8A96D}"/>
                </a:ext>
              </a:extLst>
            </p:cNvPr>
            <p:cNvSpPr/>
            <p:nvPr/>
          </p:nvSpPr>
          <p:spPr>
            <a:xfrm>
              <a:off x="1670112" y="-550164"/>
              <a:ext cx="8985696" cy="7792212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28491D1-57ED-EFF4-6879-A7F863403DA1}"/>
                </a:ext>
              </a:extLst>
            </p:cNvPr>
            <p:cNvSpPr/>
            <p:nvPr/>
          </p:nvSpPr>
          <p:spPr>
            <a:xfrm>
              <a:off x="841248" y="-1263396"/>
              <a:ext cx="10448543" cy="9384792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C1EFAD5-5D3D-C155-1C32-79FCDDFA01E9}"/>
                </a:ext>
              </a:extLst>
            </p:cNvPr>
            <p:cNvSpPr/>
            <p:nvPr/>
          </p:nvSpPr>
          <p:spPr>
            <a:xfrm>
              <a:off x="0" y="-2141621"/>
              <a:ext cx="12192000" cy="11093116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14CFD98-E8E3-D8F9-F579-95ABA675BF3F}"/>
                </a:ext>
              </a:extLst>
            </p:cNvPr>
            <p:cNvSpPr/>
            <p:nvPr/>
          </p:nvSpPr>
          <p:spPr>
            <a:xfrm>
              <a:off x="-721895" y="-2630304"/>
              <a:ext cx="13571622" cy="12118608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11CA4702-367B-C0D3-188A-B8F5AD3713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776" y="3041591"/>
            <a:ext cx="632242" cy="6322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B87894B-09A5-411E-E153-FB3B7F9EC7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763" y="3340843"/>
            <a:ext cx="424564" cy="4245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D7F5DA8-D58D-473A-025C-964ED8B1BD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688" y="2687989"/>
            <a:ext cx="1056004" cy="105600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2D7B6F8-6772-0ADB-6EA4-AFE283A5C1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0458" y="3408347"/>
            <a:ext cx="438604" cy="45379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DE484BC-2C7F-B59A-003D-04D05F44F7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286" y="3478598"/>
            <a:ext cx="518361" cy="34557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F84AC56-DA0A-1A50-4B16-0810DF7E3A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884" y="3552224"/>
            <a:ext cx="383538" cy="38353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6D84ABD-354D-7C01-E0F9-0F447E4A51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03" y="2826258"/>
            <a:ext cx="1380374" cy="103587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E7845E1-3430-9896-4731-F19711B8463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425" y="2696726"/>
            <a:ext cx="788541" cy="52569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C4B8038-B239-3F22-F856-F537D2CC74E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2586134"/>
            <a:ext cx="937655" cy="93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0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2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00495 -0.01042 L -0.02279 -0.0368 L -0.0336 -0.04907 L -0.0474 -0.06319 L -0.06615 -0.07176 L -0.09089 -0.08773 C -0.09375 -0.08935 -0.09688 -0.09074 -0.09974 -0.09282 C -0.10704 -0.09838 -0.10235 -0.09815 -0.1056 -0.09815 L -0.14219 -0.11736 L -0.15495 -0.12106 L -0.16589 -0.12454 L -0.17774 -0.1368 C -0.17865 -0.13796 -0.1806 -0.14028 -0.1806 -0.14028 L -0.20534 -0.14722 L -0.21524 -0.14907 L -0.2379 -0.14907 L -0.26055 -0.14907 L -0.34441 -0.14722 L -0.36719 -0.15254 L -0.37605 -0.1544 C -0.3793 -0.15486 -0.38256 -0.15532 -0.38594 -0.15602 C -0.38724 -0.15648 -0.38842 -0.15764 -0.38985 -0.15787 C -0.39245 -0.1581 -0.39506 -0.15787 -0.39766 -0.15787 L -0.48855 -0.15254 L -0.60586 -0.12986 L -0.6918 -0.09467 C -0.70092 -0.08912 -0.69753 -0.08935 -0.7017 -0.08935 L -0.78152 -0.0368 L -0.81211 0.0088 L -0.8181 0.01945 L -0.83685 0.08079 L -0.83972 0.11065 L -0.82396 0.13866 L -0.79336 0.18426 L -0.77461 0.20695 C -0.76355 0.21296 -0.7681 0.21088 -0.76081 0.21412 L -0.7224 0.23148 L -0.70951 0.23496 L -0.68581 0.24375 L -0.67396 0.24908 L -0.62956 0.26482 L -0.58125 0.27361 L -0.5556 0.27708 L -0.54271 0.27708 L -0.52396 0.28079 L -0.51316 0.28079 L -0.49245 0.28079 L -0.48256 0.27894 L -0.41446 0.27894 L -0.3711 0.27361 L -0.3573 0.27361 L -0.32566 0.27361 L -0.3099 0.27014 C -0.30795 0.26968 -0.30404 0.26829 -0.30404 0.26829 L -0.2625 0.25602 L -0.24779 0.2544 L -0.22904 0.2544 L -0.19844 0.24375 C -0.18724 0.24028 -0.19128 0.24028 -0.18659 0.24028 L -0.15899 0.23496 L -0.14909 0.23148 L -0.12045 0.22269 L -0.07709 0.20347 C -0.06628 0.19769 -0.07058 0.19815 -0.0642 0.19815 L -0.0306 0.16482 L -0.0168 0.14908 L -0.00105 0.12986 L 0.00481 0.11412 L 0.0138 0.09306 L 0.01575 0.07361 L 0.01875 0.05255 L 0.01875 0.02454 L -0.00495 -0.01042 Z " pathEditMode="relative" ptsTypes="AAAAAAAAAAAAAAAAAAAAAAAAAAAAAAAAAAAAAAAAAAAAAAAAAAAAAAAAAAAAAAAAAAAAAAAAA">
                                      <p:cBhvr>
                                        <p:cTn id="6" dur="4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2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33333E-6 -2.96296E-6 L 0.08282 -0.04676 L 0.08724 -0.03402 L 0.06732 -0.06782 L 0.04245 -0.07824 L 0.01042 -0.07152 L -0.02278 -0.05555 L -0.03489 -0.03217 L -0.03489 -0.03194 L -0.03489 -0.03217 L -0.03489 -0.03194 " pathEditMode="relative" rAng="0" ptsTypes="AAAAAAAAAAA">
                                      <p:cBhvr>
                                        <p:cTn id="8" dur="1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17" y="-391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2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16667E-7 -2.96296E-6 L -0.0069 -0.00347 L -0.03698 -0.02754 L -0.0875 -0.03981 L -0.16237 -0.0412 L -0.21484 -0.00833 L -0.24284 0.0294 L -0.22643 0.06412 L -0.20313 0.08148 L -0.16432 0.09375 L -0.1556 0.09537 L -0.1293 0.09908 L -0.103 0.09908 L -0.06901 0.09028 C -0.05964 0.08635 -0.06328 0.08658 -0.05833 0.08658 L -0.02148 0.07639 L 0.00273 0.05741 L 0.00977 0.00718 L 0.00977 0.00741 L 0.00977 0.00718 L 0.00977 0.00741 " pathEditMode="relative" rAng="0" ptsTypes="AAAAAAAAAAAAAAAAAAAAA">
                                      <p:cBhvr>
                                        <p:cTn id="10" dur="15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654" y="289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2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1.45833E-6 3.7037E-7 L 0.01758 -0.01019 L 0.0263 -0.02616 L 0.02735 -0.06389 L 0.00586 -0.09861 L -0.01458 -0.11088 L -0.15924 -0.1331 L -0.26719 -0.10903 L -0.33607 -0.0088 L -0.31966 0.01736 L -0.30703 0.02431 L -0.29153 0.04005 L -0.27604 0.05023 L -0.25078 0.05718 L -0.24193 0.05903 L -0.22825 0.05903 L -0.21471 0.06088 L -0.17773 0.05903 L -0.16901 0.05903 L -0.15547 0.05903 L -0.14674 0.05903 L -0.13698 0.05903 L -0.11562 0.05556 C -0.10534 0.05185 -0.10911 0.05208 -0.1039 0.05208 L -0.09622 0.05023 L -0.0845 0.04838 L -0.07578 0.04838 L -0.06315 0.04676 C -0.05338 0.04468 -0.05729 0.04676 -0.05143 0.04329 L -0.03893 0.03819 L -0.02344 0.03287 C -0.01237 0.0294 -0.01263 0.03588 -0.01263 0.02755 L -0.00091 0.01921 L 0.00482 0.00856 L 0.00482 0.0088 L 0.00482 0.00856 L 0.00482 0.0088 L 0.00482 0.00856 L 0.00482 -0.0088 L 0.00482 -0.00857 " pathEditMode="relative" rAng="0" ptsTypes="AAAAAAAAAAAAAAAAAAAAAAAAAAAAAAAAAAAAAAAA">
                                      <p:cBhvr>
                                        <p:cTn id="12" dur="2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43" y="-361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2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70833E-6 -1.11111E-6 L 0.00573 0.03472 L 0.0155 0.04676 L 0.03099 0.0588 L 0.04558 0.06759 L 0.06498 0.07616 C 0.06654 0.07662 0.07474 0.07986 0.07761 0.08125 C 0.07865 0.08195 0.07956 0.08241 0.0806 0.0831 L 0.08828 0.08843 L 0.09805 0.09167 L 0.10964 0.09514 C 0.12097 0.09977 0.1155 0.09792 0.12617 0.10046 L 0.1388 0.10394 L 0.16016 0.10394 L 0.16706 0.10394 L 0.1767 0.10394 L 0.19818 0.10579 L 0.21367 0.10579 L 0.23516 0.10394 L 0.25938 0.10208 L 0.27696 0.10208 L 0.29141 0.10208 C 0.30599 0.10023 0.29987 0.10046 0.3099 0.10046 L 0.32826 0.10046 L 0.34584 0.10046 L 0.36524 0.09329 C 0.36927 0.09051 0.37292 0.08727 0.37696 0.08495 C 0.3836 0.08056 0.38021 0.08588 0.38282 0.08125 L 0.41485 0.07107 C 0.42435 0.06713 0.42084 0.06991 0.42552 0.06574 L 0.43724 0.05695 C 0.44558 0.04653 0.44206 0.05208 0.44792 0.04144 L 0.4556 0.03287 C 0.46407 0.02708 0.46107 0.02986 0.46537 0.02593 L 0.47513 0.01551 L 0.4819 0.00185 L 0.4849 -0.03819 L 0.48789 -0.0625 L 0.46159 -0.09861 L 0.43633 -0.11088 L 0.42266 -0.11944 L 0.41289 -0.12292 L 0.40508 -0.12477 C 0.39479 -0.12685 0.39922 -0.12546 0.39154 -0.12824 L 0.38373 -0.13009 L 0.34297 -0.14375 L 0.32357 -0.14375 L 0.31472 -0.1456 L 0.29532 -0.14375 L 0.27591 -0.14375 L 0.26224 -0.14375 L 0.20013 -0.14699 L 0.19037 -0.14213 L 0.17578 -0.14028 L 0.16615 -0.1368 L 0.12331 -0.12662 L 0.10183 -0.11944 L 0.08737 -0.11412 L 0.07657 -0.10926 L 0.04453 -0.08495 L 0.028 -0.07454 L 0.02123 -0.06759 L 0.01354 -0.05185 L -2.70833E-6 -1.11111E-6 Z " pathEditMode="relative" rAng="0" ptsTypes="AAAAAAAAAAAAAAAAAAAAAAAAAAAAAAAAAAAAAAAAAAAAAAAAAAAAAAAAAAAAAAAA">
                                      <p:cBhvr>
                                        <p:cTn id="14" dur="25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88" y="-206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2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1.25E-6 -2.22222E-6 L 0.0194 0.04329 L 0.02813 0.05023 L 0.03594 0.05347 L 0.05143 0.06574 L 0.06224 0.07269 L 0.07383 0.07801 L 0.08841 0.0831 L 0.09818 0.0882 L 0.1069 0.09352 L 0.11953 0.10371 L 0.13698 0.10718 L 0.15547 0.10903 L 0.16524 0.10903 L 0.17787 0.10903 L 0.18854 0.10903 L 0.20703 0.11088 C 0.21016 0.11134 0.21354 0.11181 0.2168 0.1125 C 0.22526 0.11459 0.21979 0.11435 0.22448 0.11435 L 0.23711 0.11783 L 0.24583 0.11783 L 0.25065 0.11783 L 0.26042 0.11783 L 0.2711 0.11783 L 0.28763 0.11783 L 0.29636 0.11783 L 0.30807 0.11783 L 0.31875 0.11783 L 0.33242 0.11783 L 0.34115 0.11783 L 0.35091 0.11968 L 0.36055 0.11968 L 0.40326 0.10232 L 0.41498 0.09699 L 0.43151 0.09514 L 0.44896 0.09005 L 0.45768 0.08496 L 0.46849 0.07963 C 0.47904 0.0757 0.47487 0.07616 0.48099 0.07616 L 0.49557 0.07431 C 0.49883 0.07315 0.50208 0.07176 0.50534 0.07084 C 0.51485 0.06829 0.51055 0.07153 0.51511 0.06759 L 0.51979 0.06412 L 0.57331 0.02431 L 0.58307 0.01204 L 0.60065 -0.00347 L 0.60638 -0.01227 L 0.61237 -0.04328 L 0.61237 -0.05532 L 0.60833 -0.09166 L 0.60156 -0.10393 L 0.60065 -0.10555 L 0.5918 -0.11759 L 0.58893 -0.12106 L 0.57917 -0.12986 L 0.57136 -0.13842 L 0.56953 -0.13842 C 0.56146 -0.14583 0.56458 -0.14537 0.56081 -0.14537 L 0.55391 -0.15231 L 0.52865 -0.17129 L 0.51901 -0.17477 C 0.5099 -0.17662 0.51315 -0.17662 0.50925 -0.17662 L 0.49453 -0.18009 L 0.48294 -0.18009 L 0.47422 -0.18194 L 0.45873 -0.18518 L 0.45 -0.1868 L 0.41107 -0.19398 L 0.39649 -0.19398 L 0.38099 -0.19745 L 0.37018 -0.19745 L 0.36146 -0.19884 L 0.35964 -0.19884 L 0.33919 -0.19884 L 0.31875 -0.19398 L 0.29154 -0.19745 L 0.27891 -0.19745 L 0.26914 -0.19745 L 0.2586 -0.19745 L 0.24883 -0.19745 L 0.23607 -0.1956 L 0.22539 -0.19051 L 0.21081 -0.18333 C 0.20833 -0.18194 0.20573 -0.17986 0.20313 -0.17847 C 0.20143 -0.17754 0.19831 -0.17662 0.19831 -0.17639 L 0.17487 -0.17315 L 0.15833 -0.16597 L 0.14779 -0.16458 L 0.13307 -0.15764 L 0.12435 -0.15393 L 0.11654 -0.15231 L 0.10195 -0.1368 L 0.06901 -0.11759 L 0.05638 -0.11088 L 0.03789 -0.09166 L 0.03021 -0.0831 L 0.0224 -0.07453 L 0.01849 -0.06736 L -0.00104 -0.02963 L -0.00182 -0.02245 L -0.00182 -0.01551 L -1.25E-6 -2.22222E-6 Z " pathEditMode="relative" rAng="0" ptsTypes="AAAAAAAAAAAAAAAAAAAAAAAAAAAAAAAAAAAAAAAAAAAAAAAAAAAAAAAAAAAAAAAAAAAAAAAAAAAAAAAAAAAAAAAAAAAAAAAAAAAAAA">
                                      <p:cBhvr>
                                        <p:cTn id="16" dur="3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521" y="-395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2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1.45833E-6 -7.40741E-7 L -0.00573 0.04491 L -0.0039 0.05903 L 0.00195 0.0831 C 0.00794 0.0956 0.00781 0.09005 0.00781 0.09699 L 0.01458 0.10926 L 0.02526 0.12477 L 0.03594 0.13681 L 0.04466 0.14722 L 0.06315 0.15417 L 0.07383 0.16273 L 0.09323 0.175 L 0.10104 0.18009 L 0.11563 0.19051 L 0.12435 0.1956 L 0.13789 0.20255 L 0.16029 0.20625 C 0.17057 0.20995 0.16667 0.20972 0.17188 0.20972 L 0.20794 0.21458 C 0.21992 0.21667 0.21498 0.21644 0.2224 0.21644 L 0.23711 0.22176 L 0.25365 0.22523 L 0.26524 0.22708 L 0.27695 0.22708 L 0.29141 0.22708 L 0.31289 0.22708 L 0.32748 0.22708 L 0.33425 0.22523 C 0.35235 0.22107 0.34453 0.22176 0.35755 0.22176 L 0.37305 0.22338 L 0.39245 0.22338 L 0.40612 0.22338 L 0.41576 0.22176 L 0.43034 0.22176 C 0.44336 0.21736 0.4375 0.21921 0.44779 0.21644 L 0.46146 0.21296 C 0.46537 0.21065 0.46927 0.2088 0.47305 0.20625 C 0.47539 0.20463 0.47995 0.20093 0.47995 0.20116 L 0.48958 0.19907 L 0.50326 0.19745 C 0.51719 0.19537 0.50964 0.1956 0.51888 0.1956 L 0.53932 0.18889 L 0.56641 0.17824 C 0.5832 0.17083 0.57656 0.17153 0.58581 0.17153 L 0.60534 0.16273 C 0.60781 0.15995 0.61042 0.15695 0.61315 0.15417 C 0.61432 0.15278 0.61563 0.15185 0.61693 0.1507 L 0.61888 0.14884 L 0.6306 0.14213 C 0.64662 0.1213 0.63958 0.12685 0.65 0.11945 L 0.6724 0.10232 L 0.70143 0.07801 L 0.72188 0.03287 L 0.72396 0.0088 L 0.72188 -0.00856 C 0.71576 -0.02315 0.71836 -0.01829 0.71511 -0.02407 L 0.71224 -0.03102 L 0.70547 -0.04143 L 0.69662 -0.0537 L 0.68698 -0.06227 L 0.66745 -0.0831 L 0.64518 -0.10023 L 0.63633 -0.10555 L 0.62669 -0.11412 L 0.61107 -0.11944 L 0.57136 -0.13495 L 0.56263 -0.13843 L 0.55378 -0.14167 C 0.54414 -0.14375 0.54792 -0.14352 0.54206 -0.14352 L 0.53737 -0.14352 L 0.52461 -0.14352 L 0.49649 -0.14514 L 0.48386 -0.14699 L 0.47123 -0.14699 L 0.45378 -0.15231 L 0.44505 -0.15231 L 0.43828 -0.15231 L 0.4207 -0.15231 L 0.39922 -0.15046 L 0.36042 -0.15718 L 0.34492 -0.15718 C 0.32995 -0.15579 0.33516 -0.15579 0.32943 -0.15579 L 0.31185 -0.14884 L 0.29922 -0.14884 L 0.28763 -0.14514 L 0.22735 -0.13148 L 0.19818 -0.11759 L 0.1836 -0.11759 L 0.16511 -0.11227 L 0.15156 -0.10718 L 0.103 -0.08819 L 0.08932 -0.08125 L 0.07188 -0.06574 L 0.04466 -0.03796 L 0.03985 -0.03449 L 0.00287 0.01736 L -0.00495 0.01389 " pathEditMode="relative" rAng="0" ptsTypes="AAAAAAAAAAAAAAAAAAAAAAAAAAAAAAAAAAAAAAAAAAAAAAAAAAAAAAAAAAAAAAAAAAAAAAAAAAAAAAAAAAAAAAAAAAAAAAAAA">
                                      <p:cBhvr>
                                        <p:cTn id="18" dur="35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911" y="349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4 -0.00278 L -0.0004 -0.00255 L -0.00326 0.0162 L -0.01094 0.04398 L -0.01498 0.06829 L -0.01758 0.09931 L -0.01693 0.14282 L 0.00455 0.17732 L 0.01432 0.18241 L 0.04049 0.20139 C 0.05403 0.21088 0.04882 0.20764 0.05598 0.21204 L 0.07903 0.22407 L 0.08906 0.22755 L 0.10546 0.23796 C 0.1164 0.2419 0.1125 0.23819 0.11822 0.24491 L 0.14348 0.25162 C 0.15833 0.2537 0.1526 0.25139 0.16067 0.25509 L 0.20078 0.27963 C 0.21536 0.28681 0.20937 0.28634 0.21731 0.28634 L 0.2319 0.28982 L 0.2414 0.29329 L 0.25703 0.29514 L 0.27747 0.29329 L 0.34075 0.28982 L 0.35807 0.28982 L 0.38437 0.29329 L 0.40664 0.29329 L 0.44088 0.29676 C 0.45794 0.29931 0.44843 0.29861 0.46888 0.29861 L 0.4707 0.29861 C 0.47604 0.29792 0.48138 0.29769 0.48632 0.29676 C 0.4888 0.29653 0.49322 0.29514 0.49322 0.29537 L 0.51471 0.29167 C 0.51848 0.29097 0.52252 0.29097 0.5263 0.28982 L 0.54869 0.28287 L 0.58072 0.27963 C 0.59362 0.27755 0.58854 0.2794 0.59622 0.27593 L 0.61276 0.27431 L 0.62734 0.26898 C 0.62955 0.26829 0.6319 0.26806 0.63411 0.26736 C 0.63645 0.26644 0.64101 0.26389 0.64101 0.26412 L 0.76341 0.22593 L 0.78867 0.20857 C 0.80377 0.19884 0.79843 0.20486 0.80612 0.19468 L 0.83138 0.18241 C 0.84388 0.17454 0.83841 0.17685 0.84791 0.17384 L 0.86145 0.16852 L 0.91601 0.10463 L 0.92083 0.09074 L 0.92578 0.06111 L 0.92578 0.04213 L 0.92473 0.01991 L 0.92278 0.00417 L 0.89557 -0.04259 C 0.89283 -0.04768 0.89036 -0.05278 0.88776 -0.05833 C 0.8819 -0.07037 0.88671 -0.06157 0.88398 -0.06667 L 0.86822 -0.08241 C 0.8651 -0.08472 0.86171 -0.08657 0.85872 -0.08935 C 0.85612 -0.09167 0.85377 -0.09606 0.85182 -0.09954 L 0.8246 -0.13079 L 0.81862 -0.13611 C 0.81393 -0.14005 0.80885 -0.14375 0.80416 -0.14815 C 0.79947 -0.15231 0.79557 -0.15949 0.79062 -0.16204 L 0.78385 -0.16528 L 0.75755 -0.16898 L 0.7246 -0.1706 L 0.70416 -0.17407 L 0.69934 -0.17407 C 0.6927 -0.17639 0.68632 -0.17963 0.67981 -0.18102 C 0.64791 -0.18819 0.67187 -0.17593 0.64882 -0.18981 L 0.62734 -0.19815 L 0.61757 -0.19815 L 0.51666 -0.19491 L -0.0004 -0.00278 Z " pathEditMode="relative" rAng="0" ptsTypes="AAAAAAAAAAAAAAAAAAAAAAAAAAAAAAAAAAAAAAAAAAAAAAAAAAAAAAAAAAAAAAAAAAAAAAAAAA">
                                      <p:cBhvr>
                                        <p:cTn id="20" dur="45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443" y="5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 Maqsood Ahmad</dc:creator>
  <cp:lastModifiedBy>Ali Ahmad Maqsood Ahmad</cp:lastModifiedBy>
  <cp:revision>7</cp:revision>
  <dcterms:created xsi:type="dcterms:W3CDTF">2025-10-27T21:43:18Z</dcterms:created>
  <dcterms:modified xsi:type="dcterms:W3CDTF">2025-11-18T11:14:58Z</dcterms:modified>
</cp:coreProperties>
</file>